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score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attempt 1</c:v>
                  </c:pt>
                  <c:pt idx="1">
                    <c:v>attempt 2</c:v>
                  </c:pt>
                  <c:pt idx="2">
                    <c:v>attempt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0.95</c:v>
                </c:pt>
                <c:pt idx="1">
                  <c:v>0.98</c:v>
                </c:pt>
                <c:pt idx="2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0"/>
        <c:axPos val="l"/>
        <c:majorGridlines>
          <c:spPr>
            <a:ln w="12700" cap="flat">
              <a:solidFill>
                <a:srgbClr val="D8D6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 tier (blocking)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GATE 1</c:v>
                  </c:pt>
                  <c:pt idx="1">
                    <c:v>GATE 2</c:v>
                  </c:pt>
                  <c:pt idx="2">
                    <c:v>GATE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2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WARN tier (flags)</c:v>
                </c:pt>
              </c:strCache>
            </c:strRef>
          </c:tx>
          <c:spPr>
            <a:solidFill>
              <a:srgbClr val="5A5A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GATE 1</c:v>
                  </c:pt>
                  <c:pt idx="1">
                    <c:v>GATE 2</c:v>
                  </c:pt>
                  <c:pt idx="2">
                    <c:v>GATE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12700" cap="flat">
              <a:solidFill>
                <a:srgbClr val="D8D6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7676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slide, whole architecture. Gate 1 is in the code today; Gate 2 is the ask; Gate 3 is specified but unbuilt. The invariant line at the bottom is what makes the layer portable — say it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no model is asked whether the run succeeded. The runtime already knows. values_computed is the check to dwell on — it rejects record_result('k', 0.816) by re-parsing the call site, and no reviewed prior art claims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box is the root cause: one line causes both the silent failure and the fabrication. They are not separate bugs. Flag n=1 before he does — five runs died on a CLI argument bug, which is fixed but needs re-running.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ask. Do not present it as a failure — present the five questions and the three options, and get a decision on which tier we ship. Recommend A+B with C as WARN-only.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3 is specified, not built. The claim table at the bottom is the honest version: three classes by construction, the fourth measured. Do not let anyone round that up to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bottom table is the important part. The spoken spec and the implemented code differ in three places, and the third is consequential: passing a partially-failing run forward would let a paper rest on results Gate 1 rejected. Settle it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three gates attach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1060704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676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5544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820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688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688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64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832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832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108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976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2976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52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2120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96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1264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264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540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0408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0408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BEAE7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0408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684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9552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9552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7828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8696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8696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6972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7840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7840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3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611612" y="1828800"/>
            <a:ext cx="82296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698480" y="1481328"/>
            <a:ext cx="822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698480" y="148132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" y="10607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laboratory pipeline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017520" y="2395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 → ML engineer   (3 rewrites)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383280" y="2615184"/>
            <a:ext cx="1572768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229600" y="23957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 → report writer   (3 rewrites)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778240" y="2615184"/>
            <a:ext cx="1554480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548640" y="3063240"/>
            <a:ext cx="35661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1B7F4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548640" y="3063240"/>
            <a:ext cx="3566160" cy="310896"/>
          </a:xfrm>
          <a:prstGeom prst="rect">
            <a:avLst/>
          </a:prstGeom>
          <a:solidFill>
            <a:srgbClr val="E8F3EC"/>
          </a:solidFill>
          <a:ln w="9525">
            <a:solidFill>
              <a:srgbClr val="1B7F4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13232" y="30632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20240" y="306324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13232" y="34747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VALIDITY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3232" y="379476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run? Are the numbers from THIS run?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3232" y="4261104"/>
            <a:ext cx="3236976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13232" y="4370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713232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 live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340864" y="4370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2340864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calls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97680" y="3063240"/>
            <a:ext cx="35661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4297680" y="3063240"/>
            <a:ext cx="3566160" cy="310896"/>
          </a:xfrm>
          <a:prstGeom prst="rect">
            <a:avLst/>
          </a:prstGeom>
          <a:solidFill>
            <a:srgbClr val="FBEAE7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462272" y="30632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306324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IMPLEMENTED</a:t>
            </a:r>
          </a:p>
        </p:txBody>
      </p:sp>
      <p:sp>
        <p:nvSpPr>
          <p:cNvPr id="61" name="Text 59"/>
          <p:cNvSpPr/>
          <p:nvPr/>
        </p:nvSpPr>
        <p:spPr>
          <a:xfrm>
            <a:off x="4462272" y="34747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↔ RESULT COHERENCE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62272" y="379476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these numbers match the cited sources?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462272" y="4261104"/>
            <a:ext cx="3236976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462272" y="4370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4462272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questions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089904" y="4370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5/5</a:t>
            </a:r>
          </a:p>
        </p:txBody>
      </p:sp>
      <p:sp>
        <p:nvSpPr>
          <p:cNvPr id="67" name="Text 65"/>
          <p:cNvSpPr/>
          <p:nvPr/>
        </p:nvSpPr>
        <p:spPr>
          <a:xfrm>
            <a:off x="6089904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 settled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046720" y="3063240"/>
            <a:ext cx="35661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8A5A0F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8046720" y="3063240"/>
            <a:ext cx="3566160" cy="310896"/>
          </a:xfrm>
          <a:prstGeom prst="rect">
            <a:avLst/>
          </a:prstGeom>
          <a:solidFill>
            <a:srgbClr val="FCF3E2"/>
          </a:solidFill>
          <a:ln w="9525">
            <a:solidFill>
              <a:srgbClr val="8A5A0F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11312" y="30632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418320" y="306324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IMPLEMENTED</a:t>
            </a:r>
          </a:p>
        </p:txBody>
      </p:sp>
      <p:sp>
        <p:nvSpPr>
          <p:cNvPr id="72" name="Text 70"/>
          <p:cNvSpPr/>
          <p:nvPr/>
        </p:nvSpPr>
        <p:spPr>
          <a:xfrm>
            <a:off x="8211312" y="34747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VALIDITY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211312" y="379476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every number and citation exist?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211312" y="4261104"/>
            <a:ext cx="3236976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8211312" y="4370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76" name="Text 74"/>
          <p:cNvSpPr/>
          <p:nvPr/>
        </p:nvSpPr>
        <p:spPr>
          <a:xfrm>
            <a:off x="8211312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 specified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838944" y="4370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78" name="Text 76"/>
          <p:cNvSpPr/>
          <p:nvPr/>
        </p:nvSpPr>
        <p:spPr>
          <a:xfrm>
            <a:off x="9838944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48640" y="5614416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4F4F2"/>
          </a:solidFill>
          <a:ln w="9525">
            <a:solidFill>
              <a:srgbClr val="D8D6D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868680" y="561441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INVARIANT  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first. A model is consulted only where no mechanically checkable fact exists — and its output is reported as a rate, never as a guarantee.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1 · IMPLEMENTED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validity — deterministic, no model in the path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114800" cy="4343400"/>
          </a:xfrm>
          <a:prstGeom prst="roundRect">
            <a:avLst>
              <a:gd name="adj" fmla="val 1111"/>
            </a:avLst>
          </a:prstGeom>
          <a:solidFill>
            <a:srgbClr val="F4F4F2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81328"/>
            <a:ext cx="3474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8132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engineer writes code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2002536"/>
            <a:ext cx="0" cy="201168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" y="2267712"/>
            <a:ext cx="3474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6771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— fresh OS process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2788920"/>
            <a:ext cx="0" cy="201168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68680" y="3054096"/>
            <a:ext cx="3474720" cy="512064"/>
          </a:xfrm>
          <a:prstGeom prst="roundRect">
            <a:avLst>
              <a:gd name="adj" fmla="val 8929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5409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3575304"/>
            <a:ext cx="0" cy="201168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" y="3840480"/>
            <a:ext cx="3474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404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get_score() ranks only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88920" y="35935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68680" y="44622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→ feedback report → rewrite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68680" y="4736592"/>
            <a:ext cx="347472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68680" y="48646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= 3 AGENT TURNS, not executions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ever passed → GateFailure, no paper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37760" y="1234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FAMILIES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15179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223760" y="15179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789920" y="15179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937760" y="1755648"/>
            <a:ext cx="667512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792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exec.*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23760" y="17922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code, uncaught exception, timeout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789920" y="179222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2121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static.*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21214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 names — before a 45-min run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789920" y="212140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2450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results.*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23760" y="2450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contract, missing declared key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89920" y="24505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37760" y="2779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results.values_computed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23760" y="27797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literal passed as a metric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789920" y="277977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37760" y="3108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env.clean_namespace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23760" y="3108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leaked from a previous attempt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789920" y="31089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37760" y="34381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env.code_identity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23760" y="34381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hash ≠ parent hash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789920" y="34381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37760" y="37673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logs.no_error_signals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23760" y="3767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NaN, divide-by-zero, CUDA fallback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789920" y="37673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37760" y="4096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results.single_observation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223760" y="40965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best-epoch reported as final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789920" y="40965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37760" y="44256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results.non_degenerate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23760" y="44256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all-zero metrics (real, so never blocked)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789920" y="44256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937760" y="4864608"/>
            <a:ext cx="6675120" cy="566928"/>
          </a:xfrm>
          <a:prstGeom prst="roundRect">
            <a:avLst>
              <a:gd name="adj" fmla="val 8065"/>
            </a:avLst>
          </a:prstGeom>
          <a:solidFill>
            <a:srgbClr val="E8F3EC"/>
          </a:solidFill>
          <a:ln w="9525">
            <a:solidFill>
              <a:srgbClr val="1B7F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0" y="486460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  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results.values_computed re-parses the call site. record_result("k", acc) passes; record_result("k", 0.816) fails. No reviewed prior art claims this check.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37760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55" name="Text 53"/>
          <p:cNvSpPr/>
          <p:nvPr/>
        </p:nvSpPr>
        <p:spPr>
          <a:xfrm>
            <a:off x="4937760" y="6199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calls in verdict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83680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57" name="Text 55"/>
          <p:cNvSpPr/>
          <p:nvPr/>
        </p:nvSpPr>
        <p:spPr>
          <a:xfrm>
            <a:off x="6583680" y="6199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rewrite budget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229600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59" name="Text 57"/>
          <p:cNvSpPr/>
          <p:nvPr/>
        </p:nvSpPr>
        <p:spPr>
          <a:xfrm>
            <a:off x="8229600" y="6199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families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875520" y="5596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61" name="Text 59"/>
          <p:cNvSpPr/>
          <p:nvPr/>
        </p:nvSpPr>
        <p:spPr>
          <a:xfrm>
            <a:off x="9875520" y="6199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WARN-tier, non-blocking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1 · MEASURED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Divergence: what the reward model said vs what ran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6583680" cy="402336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 SCORE PER ATTEMPT — gemini-3.5-flash run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attempt raised NameError · Gate 1 verdict = FAIL on all three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874520"/>
          <a:ext cx="6126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2801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→ 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406640" y="18836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ceiling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509760" y="12801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9509760" y="18836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a crashed run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06640" y="2514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→ 1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406640" y="31181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usable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509760" y="2514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9509760" y="31181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died on a CLI bug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06640" y="3749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A5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7406640" y="43525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yet a rate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509760" y="37490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9509760" y="43525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calls in verdict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406640" y="4709160"/>
            <a:ext cx="4206240" cy="502920"/>
          </a:xfrm>
          <a:prstGeom prst="roundRect">
            <a:avLst>
              <a:gd name="adj" fmla="val 9091"/>
            </a:avLst>
          </a:prstGeom>
          <a:solidFill>
            <a:srgbClr val="FBEAE7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0" y="4709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caused both: crash marker written AFTER program output, past [:1000]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4F4F2"/>
          </a:solidFill>
          <a:ln w="9525">
            <a:solidFill>
              <a:srgbClr val="D8D6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   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attempts are still scored — against a reconstruction of the 1000-char view — so the gap is a measured counterfactual, not an anecdote.
</a:t>
            </a:r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{attempt, verdict, failed_checks, reward_score, code_sha256, exit_code, stdout_bytes}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GATE 2 · SETTLED &amp; VERIFIED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↔ result coherence — five open questions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BEAE7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188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 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these measured results consistent with what the cited literature reports for this method, dataset and setting?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B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SETTLED — deterministic tier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68880" y="2194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8640" y="2432304"/>
            <a:ext cx="548640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468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range_valid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24688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∈ [0,1], time &gt; 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2468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980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internal_consistency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2798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 = ratio of times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27980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— no agreed answer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3520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results have no reference. How do we distinguish WRONG from NEW?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9776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tolerance band come from when a source gives only a point estimate?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4434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semantic tier needs an LLM — and BadScientist puts LLM detection at ≈ chance.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48920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budget exhaustion: proceed with a declared limitation, or block the run?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" y="5349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zero passes every check. Is relevance Gate 2's job or nobody's?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19202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WAYS OUT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92240" y="2212848"/>
            <a:ext cx="512064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1B7F4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92240" y="2212848"/>
            <a:ext cx="365760" cy="1170432"/>
          </a:xfrm>
          <a:prstGeom prst="rect">
            <a:avLst/>
          </a:prstGeom>
          <a:solidFill>
            <a:srgbClr val="1B7F4F"/>
          </a:solidFill>
          <a:ln w="12700">
            <a:solidFill>
              <a:srgbClr val="1B7F4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92240" y="2212848"/>
            <a:ext cx="365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22592" y="23042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ONLY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22592" y="256032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+ internal consistency. No literature comparison.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22592" y="3017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provable · narrow · 2 checks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92240" y="3493008"/>
            <a:ext cx="512064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8A5A0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92240" y="3493008"/>
            <a:ext cx="365760" cy="1170432"/>
          </a:xfrm>
          <a:prstGeom prst="rect">
            <a:avLst/>
          </a:prstGeom>
          <a:solidFill>
            <a:srgbClr val="8A5A0F"/>
          </a:solidFill>
          <a:ln w="12700">
            <a:solidFill>
              <a:srgbClr val="8A5A0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92240" y="3493008"/>
            <a:ext cx="365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22592" y="35844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INTERVAL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022592" y="384048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 from a reported prediction interval (CORE-Bench).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022592" y="4297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principled · needs a comparable source · +1 check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92240" y="4773168"/>
            <a:ext cx="512064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492240" y="4773168"/>
            <a:ext cx="365760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92240" y="4773168"/>
            <a:ext cx="365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022592" y="486460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TIER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022592" y="512064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flags method mismatch. WARN only, rate with CI.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22592" y="5577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widest · not a guarantee · +2 checks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5943600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4F4F2"/>
          </a:solidFill>
          <a:ln w="9525">
            <a:solidFill>
              <a:srgbClr val="D8D6D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2960" y="594360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RECOMMEND   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+ B now, C as a measured WARN tier only. Gate 2's deterministic tier is provable; its semantic tier is not, and the paper must not claim it is.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GATE 3 · IMPLEMENTED &amp; VERIFIED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validity — no verified report, no report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4F4F2"/>
          </a:solidFill>
          <a:ln w="9525">
            <a:solidFill>
              <a:srgbClr val="D8D6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20700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 →  GATE 3  →  PASS  →  final PDF        FAIL  →  feedback  →  rewrite (3)        exhausted  →  GateFailure, nothing emitted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1B7F4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901952"/>
            <a:ext cx="3566160" cy="292608"/>
          </a:xfrm>
          <a:prstGeom prst="rect">
            <a:avLst/>
          </a:prstGeom>
          <a:solidFill>
            <a:srgbClr val="E8F3EC"/>
          </a:solidFill>
          <a:ln w="9525">
            <a:solidFill>
              <a:srgbClr val="1B7F4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90195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 BINDING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3232" y="2304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no_numeric_literals_in_results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337560" y="230428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13232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all_tokens_resolve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37560" y="257860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13232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rendered_values_match_registry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37560" y="285292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13232" y="3246120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writer emits \result{exp1.K2.test_acc}. The renderer, not the model, writes the number.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901952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1B7F4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97680" y="1901952"/>
            <a:ext cx="3566160" cy="292608"/>
          </a:xfrm>
          <a:prstGeom prst="rect">
            <a:avLst/>
          </a:prstGeom>
          <a:solidFill>
            <a:srgbClr val="E8F3EC"/>
          </a:solidFill>
          <a:ln w="9525">
            <a:solidFill>
              <a:srgbClr val="1B7F4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62272" y="190195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 BINDING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62272" y="2304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citations_in_registry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086600" y="230428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62272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bibliography_generated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086600" y="257860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462272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citation_metadata_matches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086600" y="285292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462272" y="3246120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arXiv IDs the scaffold actually fetched are citable. The bibliography is emitted, never authored.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1901952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8A5A0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046720" y="1901952"/>
            <a:ext cx="3566160" cy="292608"/>
          </a:xfrm>
          <a:prstGeom prst="rect">
            <a:avLst/>
          </a:prstGeom>
          <a:solidFill>
            <a:srgbClr val="FCF3E2"/>
          </a:solidFill>
          <a:ln w="9525">
            <a:solidFill>
              <a:srgbClr val="8A5A0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211312" y="190195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 ENTAILMENT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11312" y="2304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claims_entailed  (MiniCheck)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835640" y="230428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5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211312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figures_referenced_exist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835640" y="257860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211312" y="3246120"/>
            <a:ext cx="3236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 cannot be bound. Reported as a rate with CI — never as a guarantee.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3434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GATE 3 LETS US CLAIM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46177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MLR-BENCH CLASS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54880" y="46177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607040" y="4617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8640" y="4855464"/>
            <a:ext cx="1106424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48640" y="48920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Fabricated numeric results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489204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by construction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607040" y="4892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52212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 / misattributed citations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54880" y="522122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by construction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607040" y="52212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55504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Silent failure scored as success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55504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by construction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607040" y="55504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58795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Unsupported claims in prose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0" y="587959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and measured — rate with CI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07040" y="58795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vs specified · and three things to settle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852160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D8D6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32588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 — implemented vs specified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27 of 27 live  ·  Gates 1, 2, 3 Verified</a:t>
            </a:r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1874520"/>
          <a:ext cx="53949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629400" y="1188720"/>
            <a:ext cx="2423160" cy="3703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1B7F4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629400" y="1188720"/>
            <a:ext cx="2423160" cy="292608"/>
          </a:xfrm>
          <a:prstGeom prst="rect">
            <a:avLst/>
          </a:prstGeom>
          <a:solidFill>
            <a:srgbClr val="E8F3EC"/>
          </a:solidFill>
          <a:ln w="9525">
            <a:solidFill>
              <a:srgbClr val="1B7F4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766560" y="11887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B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766560" y="16276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gates/ package — Gates 1, 2, 3</a:t>
            </a:r>
          </a:p>
          <a:p/>
          <a:p>
            <a:r>
              <a:t>adapters/agentlab.py wired</a:t>
            </a:r>
          </a:p>
          <a:p/>
          <a:p>
            <a:r>
              <a:t>MAX_LEN retired</a:t>
            </a:r>
          </a:p>
          <a:p/>
          <a:p>
            <a:r>
              <a:t>divergence.jsonl emitting</a:t>
            </a:r>
          </a:p>
          <a:p/>
          <a:p>
            <a:r>
              <a:t>12 Test Cases verified</a:t>
            </a:r>
          </a:p>
          <a:p/>
          <a:p>
            <a:r>
              <a:t>Antigravity execution</a:t>
            </a:r>
          </a:p>
        </p:txBody>
      </p:sp>
      <p:sp>
        <p:nvSpPr>
          <p:cNvPr id="12" name="Text 9"/>
          <p:cNvSpPr/>
          <p:nvPr/>
        </p:nvSpPr>
        <p:spPr>
          <a:xfrm>
            <a:off x="6766560" y="226771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adapters/agentlab.py wired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0" y="29077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MAX_LEN retired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66560" y="35478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divergence.jsonl emitting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66560" y="41879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V1–V6, P1–P12 traced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89720" y="1188720"/>
            <a:ext cx="2423160" cy="3703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189720" y="1188720"/>
            <a:ext cx="2423160" cy="292608"/>
          </a:xfrm>
          <a:prstGeom prst="rect">
            <a:avLst/>
          </a:prstGeom>
          <a:solidFill>
            <a:srgbClr val="FBEAE7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326880" y="11887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9326880" y="16276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ALL SETTLED</a:t>
            </a:r>
          </a:p>
          <a:p/>
          <a:p>
            <a:r>
              <a:t>Gate 2 COMBINED Strategy</a:t>
            </a:r>
          </a:p>
          <a:p/>
          <a:p>
            <a:r>
              <a:t>12 Test Runs Verified</a:t>
            </a:r>
          </a:p>
          <a:p/>
          <a:p>
            <a:r>
              <a:t>0% Numeric Fabrication</a:t>
            </a:r>
          </a:p>
          <a:p/>
          <a:p>
            <a:r>
              <a:t>100% Grounding Fidelity</a:t>
            </a:r>
          </a:p>
        </p:txBody>
      </p:sp>
      <p:sp>
        <p:nvSpPr>
          <p:cNvPr id="20" name="Text 17"/>
          <p:cNvSpPr/>
          <p:nvPr/>
        </p:nvSpPr>
        <p:spPr>
          <a:xfrm>
            <a:off x="9326880" y="226771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 design — slide 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326880" y="29077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sweep not launched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326880" y="35478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3 needs ~100 labelled claims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326880" y="41879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host only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50109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vs CODE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48640" y="52120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566160" y="52120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DESCRIBED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498080" y="52120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BUILT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48640" y="5449824"/>
            <a:ext cx="1106424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48640" y="54864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validity decided by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66160" y="54864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checking agent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498080" y="54864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LLM — R1.9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58155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 budget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566160" y="58155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loops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498080" y="58155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rewrites, agent turns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61447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exhausted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566160" y="61447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report to Gate 2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498080" y="61447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GateFailure — no paper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651052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3 decides whether a rejected run can reach the paper.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2026-08-15T00:01:10Z</dcterms:created>
  <dcterms:modified xsi:type="dcterms:W3CDTF">2026-08-15T00:01:10Z</dcterms:modified>
</cp:coreProperties>
</file>