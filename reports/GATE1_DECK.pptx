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0B0B0B"/>
                </a:solidFill>
                <a:latin typeface="DejaVu Sans"/>
              </a:rPr>
              <a:t>G.A.T.E.S. — Gate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2514E"/>
                </a:solidFill>
                <a:latin typeface="DejaVu Sans"/>
              </a:rPr>
              <a:t>Execution validity for autonomous research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8880"/>
                </a:solidFill>
                <a:latin typeface="DejaVu Sans"/>
              </a:rPr>
              <a:t>Checks · metrics · runs · measured impact on Agent Laboratory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8880"/>
                </a:solidFill>
                <a:latin typeface="DejaVu Sans"/>
              </a:rPr>
              <a:t>2026-08-15   ·   247 gate tests, 63 integration tests   ·   every figure a recorded measurement or a cited number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One line produced both the silent failure and the fabrication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64240" cy="137160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return output_capture.getvalue()[:MAX_LEN]      # MAX_LEN = 1000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the crash marker is appended AFTER the program's own output — so it falls off the end of the same slice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The writing agent received 1,000 characters as the entire experimental record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The only crash test was a substring search for a marker that was no longer there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Execution ran in a never-cleared namespace, in a thread the timeout could not 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274320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790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reward score on a run raising NameError every attempt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5029200"/>
            <a:ext cx="274320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513892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81.60%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57790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test accuracy reported — never measured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5029200"/>
            <a:ext cx="274320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513892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13.61×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7790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speedup reported — never measured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5029200"/>
            <a:ext cx="201168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5138928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8A8880"/>
                </a:solidFill>
                <a:latin typeface="DejaVu Sans"/>
              </a:rPr>
              <a:t>n=1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577900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archived runs usable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WHAT GATE 1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20 deterministic checks in six families</a:t>
            </a:r>
          </a:p>
        </p:txBody>
      </p:sp>
      <p:pic>
        <p:nvPicPr>
          <p:cNvPr id="4" name="Picture 3" descr="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473450" cy="4023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08760"/>
            <a:ext cx="3840480" cy="42062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severity split is the design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FAIL blocks the run. WARN and INFO are reported, propagate into the evidence bundle, and can never change a verdict.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That is what lets a REQUIRED LLM layer coexist with a model-free verdict: model findings are WARN by construction, and the feedback report is written after decide() has already fixed the outcome.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880"/>
                </a:solidFill>
                <a:latin typeface="DejaVu Sans"/>
              </a:rPr>
              <a:t>A test parses the module's AST to assert Severity.FAIL never appears in an expression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results.values_computed is the strongest claim: record_result("k", acc) passes, record_result("k", 0.816) fails — and round(0.8160, 3) fails too, because constant folding does not launder a typed number.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Collapse the log, then read what the patterns cannot reach</a:t>
            </a:r>
          </a:p>
        </p:txBody>
      </p:sp>
      <p:pic>
        <p:nvPicPr>
          <p:cNvPr id="4" name="Picture 3" descr="com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697143" cy="2011680"/>
          </a:xfrm>
          <a:prstGeom prst="rect">
            <a:avLst/>
          </a:prstGeom>
        </p:spPr>
      </p:pic>
      <p:pic>
        <p:nvPicPr>
          <p:cNvPr id="5" name="Picture 4" descr="sc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4453794" cy="2926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0" y="1371600"/>
            <a:ext cx="4754880" cy="493776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Lossless in distinct content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203 non-blank lines → 4 distinct shapes. Every shape survives with its first real line number, so nothing a scanner could flag disappears — recall is not traded for the saving.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nan and inf are not digits, so 'loss nan' survives as its own shape rather than being absorbed into the epoch group.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Precision is the floor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These findings are WARN and cannot force a rewrite. What a false positive does is put a non-issue into the section the writer is told it must disclose — so the paper reports a problem that never happened. The corpus includes TensorFlow's cuFFT notice and oneDNN's banner: E-level, CUDA-adjacent, and on every healthy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Five runs, three models, nine defects found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64240" cy="749808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0B0B"/>
                </a:solidFill>
                <a:latin typeface="DejaVu Sans"/>
              </a:rPr>
              <a:t>Loop rig · 5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7190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A78D6"/>
                </a:solidFill>
                <a:latin typeface="DejaVu Sans"/>
              </a:rPr>
              <a:t>scripted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719072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All five behave as documented; 6 turns rejected, upstream would have taken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11064240" cy="749808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0B0B"/>
                </a:solidFill>
                <a:latin typeface="DejaVu Sans"/>
              </a:rPr>
              <a:t>End-to-end solver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58775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A78D6"/>
                </a:solidFill>
                <a:latin typeface="DejaVu Sans"/>
              </a:rPr>
              <a:t>scripted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87752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Full gated path exercised — 2 defects found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749808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0B0B"/>
                </a:solidFill>
                <a:latin typeface="DejaVu Sans"/>
              </a:rPr>
              <a:t>Live MLE-solver phase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4564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A78D6"/>
                </a:solidFill>
                <a:latin typeface="DejaVu Sans"/>
              </a:rPr>
              <a:t>gemini-3.5-flash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456432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415s, 5 executions; caught a real NameError, engineer recovered — 2 defects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06240"/>
            <a:ext cx="11064240" cy="749808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0B0B"/>
                </a:solidFill>
                <a:latin typeface="DejaVu Sans"/>
              </a:rPr>
              <a:t>Live ablation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3251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A78D6"/>
                </a:solidFill>
                <a:latin typeface="DejaVu Sans"/>
              </a:rPr>
              <a:t>qwen3:8b local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325112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658s; gate on converged in 2 turns, gate off never converged in 3 — 2 defects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11064240" cy="749808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0B0B"/>
                </a:solidFill>
                <a:latin typeface="DejaVu Sans"/>
              </a:rPr>
              <a:t>Corpus benchmark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519379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A78D6"/>
                </a:solidFill>
                <a:latin typeface="DejaVu Sans"/>
              </a:rPr>
              <a:t>qwen3:8b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193792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68 labelled lines × 2 prompt variants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B6834"/>
                </a:solidFill>
                <a:latin typeface="DejaVu Sans"/>
              </a:rPr>
              <a:t>Four defects appeared only against a real model — and two of those only against the weaker one, which is the argument for testing on both.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What the writing agent receives instead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B6834"/>
                </a:solidFill>
                <a:latin typeface="DejaVu Sans"/>
              </a:rPr>
              <a:t>BEFORE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1,000 characters of stdout, prefix-sliced, with the crash marker already fallen off the end.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No way to tell a measured number from an invented one.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A crashed run reaching the writer scored 1.0.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A78D6"/>
                </a:solidFill>
                <a:latin typeface="DejaVu Sans"/>
              </a:rPr>
              <a:t>AFTER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A verified registry: typed values, trace ids, provenance chains, run metadata, and the full untruncated capture on disk.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results.values_computed rejects any value that is a source literal at its call site.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A run that never passed cannot reach the writer at all — GateFailure ends the phase.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Every WARN travels with the evidence under a heading saying it must be stated rather than omitted — and carries its line and reason, not just a count.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Gate on versus gate off — same task, model and engineer</a:t>
            </a:r>
          </a:p>
        </p:txBody>
      </p:sp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675120" cy="36501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98079" y="1554480"/>
            <a:ext cx="4114800" cy="402336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73736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B0B0B"/>
                </a:solidFill>
                <a:latin typeface="DejaVu Sans"/>
              </a:rPr>
              <a:t>false_success = 0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The divergence did not reproduce here. Every ungated failure crashed with zero bytes of stdout, so the marker stayed inside the slice and upstream's rule caught them all.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That is the honest shape of the claim: the channel defect needs an experiment that prints past the ceiling before it dies.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What did differ: the gated engineer got a report naming the failing check and fixed it; the ungated one got 1,000 raw characters and failed three times.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EB6834"/>
                </a:solidFill>
                <a:latin typeface="DejaVu Sans"/>
              </a:rPr>
              <a:t>n = 1, temperature 0. Suggestive, not a rate.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A third of the calls, a sixth of the tokens</a:t>
            </a:r>
          </a:p>
        </p:txBody>
      </p:sp>
      <p:pic>
        <p:nvPicPr>
          <p:cNvPr id="4" name="Picture 3" descr="call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332696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54480"/>
            <a:ext cx="3840480" cy="393192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737360"/>
            <a:ext cx="3383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Which is why it can run locally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qwen3:8b on an 8 GB laptop GPU — 5.5 GB resident, ~16s a call, zero marginal cost, no quota.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The gate's prompts stay small because the digest collapses repetition; the engineer's do not, because they carry code, history and the evidence bundle.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EB6834"/>
                </a:solidFill>
                <a:latin typeface="DejaVu Sans"/>
              </a:rPr>
              <a:t>Putting the ENGINEER on a weak model is the tempting economy and the wrong one: it fails the gate more often, and each rejection costs a fixes call, a shadow-reward call and another turn.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What the published benchmarks measure</a:t>
            </a:r>
          </a:p>
        </p:txBody>
      </p:sp>
      <p:pic>
        <p:nvPicPr>
          <p:cNvPr id="4" name="Picture 3" descr="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858000" cy="328271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08760"/>
            <a:ext cx="3931920" cy="42062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69164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Why the verdict consults no model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BadScientist: fabricated papers accepted at up to 82.0%, with detection accuracy barely above random chance.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If LLM reviewers detect fabrication at chance, a validity layer built on model judgement inherits that ceiling. Gate 1's verdict is therefore entirely deterministic.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MLR-Bench: faked experimental results is the most prevalent hallucination class — present in almost every AI Scientist V2 paper. That is the class Gate 1 addresses, upstream of every reviewed approach.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What Gate 1 does 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0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It does not check whether a result is plausible — that is Gate 2</a:t>
            </a:r>
          </a:p>
          <a:p>
            <a:pPr algn="l">
              <a:lnSpc>
                <a:spcPct val="20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It does not read the manuscript — that is Gate 3</a:t>
            </a:r>
          </a:p>
          <a:p>
            <a:pPr algn="l">
              <a:lnSpc>
                <a:spcPct val="20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The static tier is conservative on purpose; the runtime tier catches what it declines to claim, one execution later</a:t>
            </a:r>
          </a:p>
          <a:p>
            <a:pPr algn="l">
              <a:lnSpc>
                <a:spcPct val="20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The log scanner's recall is bounded by what it was shown, and the number of lines examined is recorded so the claim cannot exceed the evidence</a:t>
            </a:r>
          </a:p>
          <a:p>
            <a:pPr algn="l">
              <a:lnSpc>
                <a:spcPct val="20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A mean computed inside the experiment over a silently shortened list arrives as one value Gate 1 cannot see behind (Gate 2's to close)</a:t>
            </a:r>
          </a:p>
          <a:p>
            <a:pPr algn="l">
              <a:lnSpc>
                <a:spcPct val="20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n is still 1 for the archive comparison — the re-run has not been performed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394960"/>
            <a:ext cx="11064240" cy="100584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The design documents paraphrase MLR-Bench's taxonomy. Its published names are faked experimental results, hallucinated methodology, incorrect citations, mathematical errors — any "eliminates N of four classes" claim should use those names or state the mapping.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Gate 1 is complete as an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0B0B0B"/>
                </a:solidFill>
                <a:latin typeface="DejaVu Sans"/>
              </a:rPr>
              <a:t>Measurement, not code, is what remains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Re-run the archive for a real n — both arms, needs a billed key and hand annotation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Channel-fidelity writer arm at MAX_LEN ∈ {1000, 4000, 16000, ∞}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Capture integrity: a missing log must fail loudly, not read as clean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Re-execution verification — turn P10 from possible into performed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14E"/>
                </a:solidFill>
                <a:latin typeface="DejaVu Sans"/>
              </a:rPr>
              <a:t>·  A second adapter, to make portability a demonstration rather than an argument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2A78D6"/>
                </a:solidFill>
                <a:latin typeface="DejaVu Sans"/>
              </a:rPr>
              <a:t>Then Gate 2 — source ↔ result coherence, on the same model seam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