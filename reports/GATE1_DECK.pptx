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0B0B0B"/>
                </a:solidFill>
                <a:latin typeface="DejaVu Sans"/>
              </a:rPr>
              <a:t>G.A.T.E.S. — Gate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2514E"/>
                </a:solidFill>
                <a:latin typeface="DejaVu Sans"/>
              </a:rPr>
              <a:t>Execution validity for autonomous research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8880"/>
                </a:solidFill>
                <a:latin typeface="DejaVu Sans"/>
              </a:rPr>
              <a:t>Measured impact on Agent Laboratory, against the published fabrication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8880"/>
                </a:solidFill>
                <a:latin typeface="DejaVu Sans"/>
              </a:rPr>
              <a:t>2026-08-15   ·   266 tests   ·   engineer deepseek-v4-flash, gates local qwen3:8b   ·   every figure a recorded measurement or a cited number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A crashed run scored 1.0 and became a published paper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return output_capture.getvalue()[:MAX_LEN]      # MAX_LEN = 1000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The crash marker is appended AFTER the program's own output — so on any run that prints more than 1,000 characters it falls off the same slice, and the solver's only crash test never fires.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reward score, run raising NameError on every attempt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numeric claims in the paper it produced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of them traceable to any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017520"/>
            <a:ext cx="25603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12724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8A8880"/>
                </a:solidFill>
                <a:latin typeface="DejaVu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record_result calls in its saved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The paper is fluent, specific, and unfalsifiable from its own artifacts.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“peak accuracy at K=2 (81.60% test) … a 13.61× speedup (0.0180s vs 0.2450s) … a catastrophic collapse to 39.20% at K=8.” None of those numbers appears anywhere in the code that was actually run.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Nothing in the pipeline could tell a measurement from a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This failure is the field's, and it is quantified</a:t>
            </a:r>
          </a:p>
        </p:txBody>
      </p:sp>
      <p:pic>
        <p:nvPicPr>
          <p:cNvPr id="4" name="Picture 3" descr="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7223760" cy="3531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17320"/>
            <a:ext cx="3566160" cy="438912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75320" y="16002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MLR-Bench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Coding agents produce fabricated or invalidated experimental results in 80% of cases. Both agents score below the 6.0 acceptance threshold on Soundness while scoring well on Completeness — fluent, and unsound.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BadScientist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Fabricated papers accepted at up to 82.0%, with detection barely exceeding random chance.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It names the defence it thinks is needed: provenance verification. That is what Gate 1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2514E"/>
                </a:solidFill>
                <a:latin typeface="DejaVu Sans"/>
              </a:rPr>
              <a:t>If LLM reviewers detect fabrication at chance, a validity layer built on model judgement inherits that ceiling — so Gate 1's verdict is entirely deterministic.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Same acceptance rate — everything downstream differs</a:t>
            </a:r>
          </a:p>
        </p:txBody>
      </p:sp>
      <p:pic>
        <p:nvPicPr>
          <p:cNvPr id="4" name="Picture 3" descr="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06640" cy="420897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383280" cy="448056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58200" y="15544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Both arms accept.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2514E"/>
                </a:solidFill>
                <a:latin typeface="DejaVu Sans"/>
              </a:rPr>
              <a:t>5 of 5 runs, either way. Acceptance is not where they differ — everything that happens to the numbers afterwards is.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2514E"/>
                </a:solidFill>
                <a:latin typeface="DejaVu Sans"/>
              </a:rPr>
              <a:t>Without the gate, 5 of the 15 results a run produced never reached the write-up at all; in one run all three were lost, leaving a writer with a training log and no results.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EB6834"/>
                </a:solidFill>
                <a:latin typeface="DejaVu Sans"/>
              </a:rPr>
              <a:t>And 0 of 15 carry a trace id or a code hash.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5 runs · deepseek-v4-flash · T=0.7 · same task, same instructions, same turn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REPORT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Both arms' reports, measured the same way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017520"/>
                <a:gridCol w="3017520"/>
              </a:tblGrid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with Gate 1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without Gate 1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results the run produced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reached the writing agent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lost to the 1,000-char channel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traceable to an execution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reproduced when re-run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 of 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10 of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ungated arm's numbers are not wrong.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Every one of the 10 that reached the writer reproduced exactly. It fails on completeness — 5 of 15 results never got through the window, and in one run all three did not, leaving the writer a training log and no results — and on traceability: 0 of 15 carry a trace id or a code hash.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EB6834"/>
                </a:solidFill>
                <a:latin typeface="DejaVu Sans"/>
              </a:rPr>
              <a:t>A number that reproduces by luck and a number that was measured look identical to a reader. That is the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Of the numbers a paper states, how many are sourced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743200"/>
                <a:gridCol w="27432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paper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numeric claims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sourced to a result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record_result calls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without Gate 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  (0%)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with Gate 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paper not found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The archived paper reads well. That is the problem.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It states 65 numeric findings and sources none of them: 81.60% test accuracy, a 13.61x speedup, a 39.20% collapse. Its saved code calls record_result zero times and contains none of those numbers. The run behind it raised NameError on every attempt and scored 1.0.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EB6834"/>
                </a:solidFill>
                <a:latin typeface="DejaVu Sans"/>
              </a:rPr>
              <a:t>Nothing in the pipeline could tell the difference between a measurement and a sentence. That is what a validity layer is for.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WHAT GATE 1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20 deterministic checks in six families, plus one model-assisted</a:t>
            </a:r>
          </a:p>
        </p:txBody>
      </p:sp>
      <p:pic>
        <p:nvPicPr>
          <p:cNvPr id="4" name="Picture 3" descr="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47345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840480" cy="429768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64592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severity split is the design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FAIL blocks. WARN and INFO are reported, travel with their evidence, and can never change a verdict.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That is what lets a REQUIRED LLM layer coexist with a model-free verdict: model findings are WARN by construction, and the feedback report is written after decide() has already fixed the outcome.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A test parses the module's AST to assert Severity.FAIL never appears in an expression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results.values_computed is the strongest claim: record_result("k", acc) passes, record_result("k", 0.816) fails — and round(0.8160, 3) fails too, because constant folding does not launder a typed number.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LIVE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 in the complete workflow, not just the solver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521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attempt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values recorded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blocking failures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exec.exit_code_zero, exec.no_uncaught_exception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34256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archived paper's run failed exactly this way and was scored 1.0.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It raised NameError: name 'hidden_dim' is not defined on every attempt. The run above raised NameError: name 'all_experiment_data' is not defined — the same class of defect, caught, with the reason handed back to the engineer.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Same failure mode. Opposite outcome.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1's marginal cost on the paid API is zero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920240"/>
                <a:gridCol w="2103120"/>
                <a:gridCol w="2103120"/>
                <a:gridCol w="1280160"/>
              </a:tblGrid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role (summed over 5 runs)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calls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prompt tok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completion tok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of which reasoning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billed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engineer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9,972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45,130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30,046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paid API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11,323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13,894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local — free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3566160"/>
            <a:ext cx="34747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75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159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one engineer call vs one gate call, in completion 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566160"/>
            <a:ext cx="34747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675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A78D6"/>
                </a:solidFill>
                <a:latin typeface="DejaVu Sans"/>
              </a:rPr>
              <a:t>13,894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159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gate tokens — all local, none billed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566160"/>
            <a:ext cx="356616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67588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30,046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3159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engineer reasoning tokens: billed, never seen in the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What Gate 1 changes on the bill is rewrites: each rejection buys another engineer call. A rejection that names the real fault is a rewrite the agent does not waste — which is why the shadowed-contract check was worth adding.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LIMITS &amp;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What Gate 1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It does not ask whether a result is plausible — that is Gate 2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It does not read the manuscript — that is Gate 3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The ungated arm's numbers are not wrong: every one that reached the writer reproduced. It fails on completeness and provenance, which is a different and narrower claim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The log scanner's recall is bounded by what it was shown, and the lines examined are recorded so the claim cannot exceed the evidence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A mean computed inside the experiment over a silently shortened list arrives as one value Gate 1 cannot see behind — Gate 2's to close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846320"/>
            <a:ext cx="11064240" cy="155448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Next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·  Complete the full-workflow paper and audit it against the archived one on identical criteria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·  Channel-fidelity arm at MAX_LEN ∈ {1000, 4000, 16000, ∞}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DejaVu Sans"/>
              </a:rPr>
              <a:t>·  Then Gate 2 — source ↔ result coherence, on the same model seam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